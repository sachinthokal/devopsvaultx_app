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946" y="2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99C334-6A0B-970A-9501-CBB045354E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F80E666-A6B1-2B31-8B18-5FBF81EE0B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FCA101-ABA1-49B8-AA48-86C21C68FA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30811C-FDC7-46D8-9543-95E5CCFC790F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5DCC94-CA32-2396-3F88-C0A57DE333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A5456F-8B29-D633-FB84-1E4DE5284A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2CC5C-2212-481C-8A5A-06D55B2768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8228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54BE14-50D8-5DC6-2723-D7F7C448B9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142781-652F-9D70-B443-D0B6A05393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FAE8FD-B3B6-CB5E-7380-4445557196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30811C-FDC7-46D8-9543-95E5CCFC790F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3E6927-097E-2755-65E8-9E1D904011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96BAC9-2977-B5D9-59B5-74A022E09C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2CC5C-2212-481C-8A5A-06D55B2768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74848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83046E-62C7-1B57-D96D-96E6BE9073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611BCF-D337-D50D-BCEC-A2DEB4DB8C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906197-3EE0-5F1A-521B-7255410D28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30811C-FDC7-46D8-9543-95E5CCFC790F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26BE9A-1271-6AF7-88CC-273937C404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91100A-A935-DDBA-369D-47CC4DB08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2CC5C-2212-481C-8A5A-06D55B2768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95908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F276A3-72BB-0CF5-A951-BF2C000DAC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91ABAC-D8B2-BA54-B94A-64A1B51A8BD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CDA0A1-3358-20C0-2B04-3AD88952E5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B22366-F4B6-7249-8DAB-C16D1352AE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30811C-FDC7-46D8-9543-95E5CCFC790F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88D4CA-8F70-6FB7-B91A-DB10093FA9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B1789D-02D8-9F04-CAEC-EC07BA7D5D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2CC5C-2212-481C-8A5A-06D55B2768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79167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4DFF6F-C76D-007C-472A-A659433091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03C473-019F-DF77-895B-34EA3DEEAE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732204-B59C-0CC2-2F8B-AAC06A81CB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2B07F60-E0D9-13E3-E1E0-8604DDFA9BC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16700AB-DC74-E4CB-EED9-2AB3A9E1467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879A8BF-8996-FC29-49F4-8679BE896C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30811C-FDC7-46D8-9543-95E5CCFC790F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79A6E9C-6638-2C6F-0E61-1B3852B4C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1666806-0D1E-7940-3F28-6FB0190349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2CC5C-2212-481C-8A5A-06D55B2768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03405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89838B-5404-069B-C372-E033468D46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4C7D716-EA78-5CCE-F5B5-A0EB96B246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30811C-FDC7-46D8-9543-95E5CCFC790F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74138F6-9722-6FA0-469F-DC6E3635DD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FF0835-155E-2BF1-F5D8-D217F33281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2CC5C-2212-481C-8A5A-06D55B2768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12040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29A5065-04A9-D42A-DC91-72AA6ED5E6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30811C-FDC7-46D8-9543-95E5CCFC790F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C16784C-3DD6-9724-1828-356E6806E9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53A946-0A89-051D-03C1-349CA72D59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2CC5C-2212-481C-8A5A-06D55B2768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11691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00C487-6B39-FD4F-48C1-4697EA648D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886FD6-3928-91D8-0B76-692120C441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51EBA3-7850-449E-89C0-E7B06F4757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A5E79D-EEF4-AA02-C373-D5071269E8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30811C-FDC7-46D8-9543-95E5CCFC790F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3ABEE3-DC76-41DF-3DB1-7FEE21FB48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A38791-4EDE-BC35-1D15-22F71BF8B9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2CC5C-2212-481C-8A5A-06D55B2768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65766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B61BEE-4530-63B8-7733-8A1D82D1D3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97DD20A-C0F4-B40F-0438-D18FFB20F39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DEF5C2-D034-2DF2-3179-24D3AB4EF1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26A84F-D302-387F-9D26-450D0E53C9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30811C-FDC7-46D8-9543-95E5CCFC790F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017BB0-BD52-283A-BB57-9F49311654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7AA170-666A-8D85-C158-153BD1709C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2CC5C-2212-481C-8A5A-06D55B2768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04270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BA29E6-71AC-6CA4-087F-C3B2FDC2DC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A11A91-9E7F-B62C-FAD8-6C5BB9A01C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BE7F2B-3BDF-E33B-B4AD-790A7F226F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30811C-FDC7-46D8-9543-95E5CCFC790F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01DC68-9AD4-215C-EB5A-CE48852A8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B46A20-3251-8AF7-D8F0-B17455CCE6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2CC5C-2212-481C-8A5A-06D55B2768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42938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5CFB9E1-C8B7-0E46-B861-C37FE2B78A6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2F8327D-8BC1-6C50-D7F3-735BFE7531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613976-472A-08AB-FAE3-DF1E943810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30811C-FDC7-46D8-9543-95E5CCFC790F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31D5FD-0059-0A44-0F4F-85F5483248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E7D416-BF2E-1230-7E7D-9014D78A06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2CC5C-2212-481C-8A5A-06D55B2768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58385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9B89AEB-0445-7E44-790F-EFD922207B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CA796F-C60B-8599-1044-A9A3348F48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2020EC-7B89-3473-E915-555E71A3B19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30811C-FDC7-46D8-9543-95E5CCFC790F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47EAEA-8D67-284C-8ABC-F4D6B233F54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F42C19-AA0D-3518-0C65-805D8B9CFE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A2CC5C-2212-481C-8A5A-06D55B2768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09067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667671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Sachin Thokal</dc:creator>
  <cp:lastModifiedBy>Sachin Thokal</cp:lastModifiedBy>
  <cp:revision>1</cp:revision>
  <dcterms:created xsi:type="dcterms:W3CDTF">2026-01-21T12:53:22Z</dcterms:created>
  <dcterms:modified xsi:type="dcterms:W3CDTF">2026-01-21T12:58:24Z</dcterms:modified>
</cp:coreProperties>
</file>